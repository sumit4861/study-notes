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FULL-STACK ACADEMIC RESOURCE PLATFORM</a:t>
            </a:r>
          </a:p>
          <a:p>
            <a:pPr>
              <a:spcBef>
                <a:spcPts val="800"/>
              </a:spcBef>
              <a:defRPr sz="3800" b="1">
                <a:solidFill>
                  <a:srgbClr val="0F172A"/>
                </a:solidFill>
                <a:latin typeface="Calibri"/>
              </a:defRPr>
            </a:pPr>
            <a:r>
              <a:t>Study Notes Sharing System</a:t>
            </a:r>
          </a:p>
          <a:p>
            <a:pPr>
              <a:spcBef>
                <a:spcPts val="12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A centralized web platform for students to upload, organize, search, and download academic notes and reference materials.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Project Domain: Full-Stack Web Development (FSD)   |   Architecture: MERN Stack (React, Node, Express, MongoDB)   |   Format: PDF Sharing</a:t>
            </a:r>
          </a:p>
          <a:p>
            <a:pPr>
              <a:spcBef>
                <a:spcPts val="400"/>
              </a:spcBef>
              <a:defRPr sz="1100" b="1">
                <a:solidFill>
                  <a:srgbClr val="1E3A8A"/>
                </a:solidFill>
                <a:latin typeface="Calibri"/>
              </a:defRPr>
            </a:pPr>
            <a:r>
              <a:t>Presented by: Student / Project Team   •  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01 / BACKGROUND &amp; MOTIVATION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Problem Statement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Challenges with conventional note-sharing habits among university students.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Fragmented Channels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Unorganized Platforms: </a:t>
            </a:r>
            <a:r>
              <a:t>Students heavily rely on WhatsApp groups, Telegram channels, and scattered emails.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Lost Links: </a:t>
            </a:r>
            <a:r>
              <a:t>Google Drive links expire, get buried in chat feeds, or lose access permissions.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Lack of Indexing: </a:t>
            </a:r>
            <a:r>
              <a:t>Files are shared with arbitrary names with no metadata regarding semester or subject.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55448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Student Friction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Repeated Requests: </a:t>
            </a:r>
            <a:r>
              <a:t>Students repeatedly ask for the same materials right before tests and semester exams.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Search Inefficiency: </a:t>
            </a:r>
            <a:r>
              <a:t>Finding specific syllabus units requires manually scrolling through hundreds of messages.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Version Inconsistency: </a:t>
            </a:r>
            <a:r>
              <a:t>Old, outdated syllabus notes circulate without clear author or date attribution.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554480"/>
            <a:ext cx="329184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1E3A8A"/>
                </a:solidFill>
                <a:latin typeface="Calibri"/>
              </a:defRPr>
            </a:pPr>
            <a:r>
              <a:t>Proposed Solution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Centralized Hub: </a:t>
            </a:r>
            <a:r>
              <a:t>A single, dedicated portal where academic resources are preserved across batches.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Structured Catalog: </a:t>
            </a:r>
            <a:r>
              <a:t>Standardized categorization by Degree, Semester, Subject, and Unit.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Fast Self-Service: </a:t>
            </a:r>
            <a:r>
              <a:t>Students can search, filter, preview, and download documents in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02 / GOALS &amp; SCOPE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Project Objectives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Core capabilities designed to simplify peer-to-peer academic resource distribution.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1. Secure Access &amp; User Authentication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Identity Management: </a:t>
            </a:r>
            <a:r>
              <a:t>Enable students to sign up with institute emails and securely authenticate via JWT.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Role-Based Privileges: </a:t>
            </a:r>
            <a:r>
              <a:t>Ensure verified students can upload notes and manage only their own submissions.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2. Structured Note Uploading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Multi-attribute Tagging: </a:t>
            </a:r>
            <a:r>
              <a:t>Capture Title, Subject, Semester, and Course details during document upload.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Standardized Format: </a:t>
            </a:r>
            <a:r>
              <a:t>Support PDF documents with file size checks and persistent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663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3. High-Speed Discovery &amp; Retrieval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Multi-filter Search: </a:t>
            </a:r>
            <a:r>
              <a:t>Filter materials by semester and subject or search by keyword queries.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Direct File Access: </a:t>
            </a:r>
            <a:r>
              <a:t>Provide instant one-click downloads directly to the student's device.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3931920"/>
            <a:ext cx="51663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4. User Dashboard &amp; Management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Personal Dashboard: </a:t>
            </a:r>
            <a:r>
              <a:t>Track all notes uploaded by the logged-in student in a clear view.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Full Lifecycle Control: </a:t>
            </a:r>
            <a:r>
              <a:t>Allow users to delete or update obsolete files to keep content fresh.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03 / ARCHITECTURE DESIGN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Three-Tier Client-Server Architecture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Clean separation of presentation, business logic, and persistent storage layers.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Frontend (React.js)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Single Page Application: </a:t>
            </a:r>
            <a:r>
              <a:t>Built with React.js for fast, interactive client-side rendering.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Component Hierarchy: </a:t>
            </a:r>
            <a:r>
              <a:t>Modular components for Auth, Browse Feed, Upload Form, and User Dashboard.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State &amp; API Client: </a:t>
            </a:r>
            <a:r>
              <a:t>Axios client handling REST endpoints with JWT authorization headers.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55448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Backend (Node &amp; Express)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RESTful API: </a:t>
            </a:r>
            <a:r>
              <a:t>Express.js server handling routing, controllers, and error handling.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JWT Authentication: </a:t>
            </a:r>
            <a:r>
              <a:t>Middleware for protected routes and token verification.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Multer File Middleware: </a:t>
            </a:r>
            <a:r>
              <a:t>Validates incoming PDF payloads before delegating to storage.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Query Engine: </a:t>
            </a:r>
            <a:r>
              <a:t>Filters notes from MongoDB based on subject, semester, and search query.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55448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Storage &amp; Database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MongoDB Database: </a:t>
            </a:r>
            <a:r>
              <a:t>Stores structured collections for Users (credentials) and Notes (metadata &amp; paths).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Document Isolation: </a:t>
            </a:r>
            <a:r>
              <a:t>Binary PDF files are stored in dedicated local filesystem or Cloudinary storage.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URL Mapping: </a:t>
            </a:r>
            <a:r>
              <a:t>MongoDB keeps lightweight document URLs, ensuring fast database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04 / SYSTEM DECOMPOSITION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 6 Core Functional Modules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Decoupled architecture split into 6 dedicated components for scalability.</a:t>
            </a:r>
          </a:p>
        </p:txBody>
      </p:sp>
      <p:pic>
        <p:nvPicPr>
          <p:cNvPr id="3" name="Picture 2" descr="project_six_modu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54480"/>
            <a:ext cx="962863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05 / FUNCTIONAL BREAKDOWN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Module Specifications (Part 1)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Detailed technical breakdown of user onboarding, upload, and browsing modules.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Module 1: Authentication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User Registration: </a:t>
            </a:r>
            <a:r>
              <a:t>Collects student name, email, semester, and secure password.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Password Hashing: </a:t>
            </a:r>
            <a:r>
              <a:t>Uses BCrypt salted hashing before persisting to MongoDB.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JWT Sessions: </a:t>
            </a:r>
            <a:r>
              <a:t>Signs JSON Web Tokens upon login for stateless, secure API verification.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Route Guards: </a:t>
            </a:r>
            <a:r>
              <a:t>Frontend ProtectedRoute blocks unauthenticated access to upload and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55448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Module 2: Note Upload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Metadata Form: </a:t>
            </a:r>
            <a:r>
              <a:t>Requires Title, Subject name, Semester number, and short description.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File Validation: </a:t>
            </a:r>
            <a:r>
              <a:t>Strict MIME-type checking ensures only valid PDF documents are accepted.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Multipart Processing: </a:t>
            </a:r>
            <a:r>
              <a:t>Multer handles multipart/form-data streaming efficiently.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Record Creation: </a:t>
            </a:r>
            <a:r>
              <a:t>Associates file path and upload timestamp with logged-in user's 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55448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Module 3: Browse Notes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Academic Catalog: </a:t>
            </a:r>
            <a:r>
              <a:t>Visual grid displaying note cards with subject badges and semester tags.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Uploader Attribution: </a:t>
            </a:r>
            <a:r>
              <a:t>Displays who shared the notes and the date of upload.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Responsive Grid: </a:t>
            </a:r>
            <a:r>
              <a:t>Adapts cleanly across desktop monitors, tablets, and mobile devices.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Quick Preview: </a:t>
            </a:r>
            <a:r>
              <a:t>Provides summary view and direct action buttons for reading and downloading.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05 / FUNCTIONAL BREAKDOWN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Module Specifications (Part 2)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Detailed technical breakdown of search, retrieval, and dashboard management modules.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Module 4: Search &amp; Filter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Keyword Querying: </a:t>
            </a:r>
            <a:r>
              <a:t>Backend searches note titles and descriptions using case-insensitive regex.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Semester Dropdown: </a:t>
            </a:r>
            <a:r>
              <a:t>Instant filtering to isolate materials relevant to the student's current term.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Subject Filter: </a:t>
            </a:r>
            <a:r>
              <a:t>Narrow down results to specific courses (e.g., Data Structures, DBMS).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Dynamic State: </a:t>
            </a:r>
            <a:r>
              <a:t>React state updates the feed instantly without reloading the entire page.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55448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Module 5: Download &amp; Storage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Direct Retrieval: </a:t>
            </a:r>
            <a:r>
              <a:t>Provides one-click direct file streaming with original filename preservation.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Storage Layer: </a:t>
            </a:r>
            <a:r>
              <a:t>Supports local folder storage in development and Cloudinary/S3 in production.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Bandwidth Optimization: </a:t>
            </a:r>
            <a:r>
              <a:t>Metadata queried first; raw binary PDF is fetched only on download click.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Access Reliability: </a:t>
            </a:r>
            <a:r>
              <a:t>Generates safe, sanitized URLs preventing path traversal attacks.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55448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Module 6: Dashboard &amp; Mgmt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My Uploads Tab: </a:t>
            </a:r>
            <a:r>
              <a:t>Dedicated student view showing all documents they personally contributed.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Self-Deletion: </a:t>
            </a:r>
            <a:r>
              <a:t>Author can delete obsolete notes; API enforces ownership check before delete.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Profile Overview: </a:t>
            </a:r>
            <a:r>
              <a:t>Displays student's enrolled semester, email, and upload count.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Clean Resource Pruning: </a:t>
            </a:r>
            <a:r>
              <a:t>Deleting a record removes both the MongoDB entry and the stored PDF 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06 / DATABASE DESIGN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MongoDB Data Schema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Normalized NoSQL document structures designed for high read efficiency.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User Schema (users collection)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_id: </a:t>
            </a:r>
            <a:r>
              <a:t>ObjectId — Unique primary key auto-generated by MongoDB.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name: </a:t>
            </a:r>
            <a:r>
              <a:t>String (Required) — Student's full name.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email: </a:t>
            </a:r>
            <a:r>
              <a:t>String (Required, Unique) — Academic / personal email address.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password: </a:t>
            </a:r>
            <a:r>
              <a:t>String (Required) — Salted BCrypt password hash.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semester: </a:t>
            </a:r>
            <a:r>
              <a:t>Number / String — Current academic term of the student.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createdAt: </a:t>
            </a:r>
            <a:r>
              <a:t>Date — Account registration timestamp.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Design Rationale: </a:t>
            </a:r>
            <a:r>
              <a:t>Passwords are never stored in plaintext. Strict indexing on email prevents duplicate registrations.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Note Schema (notes collection)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_id: </a:t>
            </a:r>
            <a:r>
              <a:t>ObjectId — Unique identifier for each note.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title: </a:t>
            </a:r>
            <a:r>
              <a:t>String (Required) — Topic or chapter title (e.g. Unit 3 Trees).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subject: </a:t>
            </a:r>
            <a:r>
              <a:t>String (Required) — Course name or subject code.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semester: </a:t>
            </a:r>
            <a:r>
              <a:t>Number / String (Required) — Relevant semester (1 to 8).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description: </a:t>
            </a:r>
            <a:r>
              <a:t>String — Brief summary or syllabus topics covered.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fileURL: </a:t>
            </a:r>
            <a:r>
              <a:t>String (Required) — Relative or CDN link to stored PDF file.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uploadedBy: </a:t>
            </a:r>
            <a:r>
              <a:t>ObjectId (ref: User) — Foreign key linking to the uploader.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createdAt: </a:t>
            </a:r>
            <a:r>
              <a:t>Date — Upload timestamp for recency sorting.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07 / API DESIGN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RESTful Endpoints &amp; Contracts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Standardized HTTP routes facilitating seamless communication between React and Express.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4480560"/>
                <a:gridCol w="1645920"/>
              </a:tblGrid>
              <a:tr h="6400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 Route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Functionality &amp; Purpose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Access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/api/auth/register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Registers a new student account with validated details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/api/auth/login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Authenticates credentials and returns signed JWT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/api/notes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Fetches notes with query params (?subject, ?semester, ?search)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/api/notes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Handles multipart upload of PDF document and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Protected (JWT)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/api/notes/:id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Fetches detailed metadata and download URL for a note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/api/notes/:id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Deletes note record and removes associated PDF from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Protected (Owner)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08 / SYSTEM WORKFLOWS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End-to-End User Workflows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Sequential operation flows for primary user interactions.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Workflow A: Uploading a Note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Step 1: Authentication: </a:t>
            </a:r>
            <a:r>
              <a:t>Student logs into the portal and navigates to the 'Upload Note' section.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Step 2: Form Input: </a:t>
            </a:r>
            <a:r>
              <a:t>Student selects a PDF file and inputs Title, Subject, Semester, and Description.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Step 3: Client Dispatch: </a:t>
            </a:r>
            <a:r>
              <a:t>React packages the form data into a multipart FormData request with JWT.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Step 4: Server Processing: </a:t>
            </a:r>
            <a:r>
              <a:t>Express verifies the JWT token, and Multer saves the PDF to file storage.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Step 5: Database Persistence: </a:t>
            </a:r>
            <a:r>
              <a:t>Note metadata and generated file URL are stored in MongoDB.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Step 6: UI Update: </a:t>
            </a:r>
            <a:r>
              <a:t>Frontend receives a success response and updates the student's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Workflow B: Finding &amp; Downloading Notes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Step 1: Explore Catalog: </a:t>
            </a:r>
            <a:r>
              <a:t>Student opens the 'Browse Notes' page to see recent contributions.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Step 2: Query / Filtering: </a:t>
            </a:r>
            <a:r>
              <a:t>Student enters a keyword or filters by specific Semester and Subject.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Step 3: API Query Execution: </a:t>
            </a:r>
            <a:r>
              <a:t>Express backend queries MongoDB with criteria and returns matching notes.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Step 4: Card Display: </a:t>
            </a:r>
            <a:r>
              <a:t>Matching note cards render with author name, semester badge, and date.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Step 5: File Download: </a:t>
            </a:r>
            <a:r>
              <a:t>Student clicks 'Download', and the PDF is streamed directly to their local drive.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Step 6: Offline Use: </a:t>
            </a:r>
            <a:r>
              <a:t>The document is immediately available for offline studying.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09 / IMPLEMENTATION STACK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Technology Stack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Standard, robust full-stack technologies chosen for stability and rapid development.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Frontend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React.js: </a:t>
            </a:r>
            <a:r>
              <a:t>Component-based SPA framework for dynamic, re-rendering UI.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CSS3 / Vanilla CSS: </a:t>
            </a:r>
            <a:r>
              <a:t>Modular styling without unnecessary heavy framework dependencies.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Axios: </a:t>
            </a:r>
            <a:r>
              <a:t>Promise-based HTTP client for API calls.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React Router: </a:t>
            </a:r>
            <a:r>
              <a:t>Declarative client-side routing and protected routes.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55448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Backend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Node.js: </a:t>
            </a:r>
            <a:r>
              <a:t>Asynchronous, event-driven runtime environment.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Express.js: </a:t>
            </a:r>
            <a:r>
              <a:t>Fast, unopinionated REST API framework.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Multer: </a:t>
            </a:r>
            <a:r>
              <a:t>Middleware for handling multipart/form-data file uploads.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CORS &amp; Dotenv: </a:t>
            </a:r>
            <a:r>
              <a:t>Cross-origin resource sharing and environment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55448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Database &amp; File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MongoDB: </a:t>
            </a:r>
            <a:r>
              <a:t>Flexible, scalable NoSQL document database.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Mongoose: </a:t>
            </a:r>
            <a:r>
              <a:t>Object Data Modeling (ODM) library for schema validation.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Local / Cloudinary: </a:t>
            </a:r>
            <a:r>
              <a:t>Persistent document storage for PDF attachments.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Database Indexing: </a:t>
            </a:r>
            <a:r>
              <a:t>Optimized queries on subject and semester fields.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55448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Security &amp; Tools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JWT (JsonWebToken): </a:t>
            </a:r>
            <a:r>
              <a:t>Stateless, cryptographically signed token auth.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BCrypt.js: </a:t>
            </a:r>
            <a:r>
              <a:t>Secure password hashing algorithm with salt rounds.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Git &amp; GitHub: </a:t>
            </a:r>
            <a:r>
              <a:t>Version control and collaborative repository hosting.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Postman: </a:t>
            </a:r>
            <a:r>
              <a:t>API endpoint testing and documentation.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10 / ROADMAP &amp; CONCLUSION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Future Enhancements &amp; Conclusion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Key project takeaways and future feature iterations.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Future Enhancements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Ratings &amp; Peer Reviews: </a:t>
            </a:r>
            <a:r>
              <a:t>Enable students to rate helpful notes (1 to 5 stars) and leave comments.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Admin Moderation Panel: </a:t>
            </a:r>
            <a:r>
              <a:t>Equip college faculty/admins with tools to review, approve, or flag notes.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Bookmark / Favorites: </a:t>
            </a:r>
            <a:r>
              <a:t>Allow students to bookmark essential study materials for quick exam revision.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AI-Powered Summaries: </a:t>
            </a:r>
            <a:r>
              <a:t>Integrate automated summarization and auto-generated keyword tags for uploaded PDFs.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Progressive Web App (PWA): </a:t>
            </a:r>
            <a:r>
              <a:t>Add offline caching and mobile installability for on-the-go studying.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1E3A8A"/>
                </a:solidFill>
                <a:latin typeface="Calibri"/>
              </a:defRPr>
            </a:pPr>
            <a:r>
              <a:t>Project Summary &amp; Conclusion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Key Achievement: </a:t>
            </a:r>
            <a:r>
              <a:t>Replaced messy messaging links with a structured, centralized academic notes repository.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Engineering Learning: </a:t>
            </a:r>
            <a:r>
              <a:t>Successfully implemented complete MERN stack concepts: Auth, REST APIs, CRUD, and file streaming.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Clean Architecture: </a:t>
            </a:r>
            <a:r>
              <a:t>Modular 6-module architecture guarantees high maintainability and easy future extensions.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Practical Impact: </a:t>
            </a:r>
            <a:r>
              <a:t>Directly saves student study hours and preserves high-quality course notes across semesters.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 Thank You: </a:t>
            </a:r>
            <a:r>
              <a:t>Questions, comments, and feedback are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